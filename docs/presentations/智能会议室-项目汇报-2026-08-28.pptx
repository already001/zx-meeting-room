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开场：这是智信内嵌的智能会议室。今天不讲融资故事，讲我们交付了什么、怎么架构、边界在哪、下一步建议。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痛点对齐现场：群里抢会议室、门口贴纸条。我们的解法是同一张占用图，PC 看板 + 移动点选，服务端强制不重叠。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演示：可以说「明天下午四人小会议室」。强调助手只是入口，最终写入仍走预订领域校验。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7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  ·  2026.08.28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智信 · 智能会议室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嵌入智信 PC / iOS / 安卓 WebView 的会议室预定与管理平台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管理主数据 · 看板预定 · 对话找房 · 企业隔离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项目进展汇报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0" y="6446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12–15 分钟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" cy="256032"/>
          </a:xfrm>
          <a:prstGeom prst="roundRect">
            <a:avLst>
              <a:gd name="adj" fmla="val 33333"/>
            </a:avLst>
          </a:prstGeom>
          <a:solidFill>
            <a:srgbClr val="3E7EFF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5603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今天讲五件事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121408" cy="44805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224028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3504" y="301752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会议室难约、占用看不见、管理分散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1371600"/>
            <a:ext cx="2121408" cy="44805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6002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52928" y="224028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做成了什么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89504" y="301752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 + PC/移动预定 + 对话助手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2121408" cy="44805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6002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38928" y="224028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怎么做成的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75504" y="301752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三入口 MPA、Hono API、SQLite 事务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0" y="1371600"/>
            <a:ext cx="2121408" cy="44805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16002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24928" y="224028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规则与边界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61504" y="301752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强制校验、企业隔离、明确不做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601200" y="1371600"/>
            <a:ext cx="2121408" cy="44805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160020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710928" y="224028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47504" y="301752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审批/周期、提醒、正式身份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6568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智信 · 智能会议室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" cy="256032"/>
          </a:xfrm>
          <a:prstGeom prst="roundRect">
            <a:avLst>
              <a:gd name="adj" fmla="val 33333"/>
            </a:avLst>
          </a:prstGeom>
          <a:solidFill>
            <a:srgbClr val="3E7EFF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5603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会议室预定，一直缺一张「真占用」图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91440" cy="530352"/>
          </a:xfrm>
          <a:prstGeom prst="roundRect">
            <a:avLst>
              <a:gd name="adj" fmla="val 40000"/>
            </a:avLst>
          </a:prstGeom>
          <a:solidFill>
            <a:srgbClr val="3E7EF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444752"/>
            <a:ext cx="2194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看不见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0" y="1444752"/>
            <a:ext cx="8138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员工不知道哪间空、哪段被占，只能群里问、门口看。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47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807208"/>
            <a:ext cx="91440" cy="530352"/>
          </a:xfrm>
          <a:prstGeom prst="roundRect">
            <a:avLst>
              <a:gd name="adj" fmla="val 40000"/>
            </a:avLst>
          </a:prstGeom>
          <a:solidFill>
            <a:srgbClr val="3E7EF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679192"/>
            <a:ext cx="2194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订不准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0" y="2679192"/>
            <a:ext cx="8138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口头占用、过期不放、重复预定，冲突靠事后协调。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1247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041648"/>
            <a:ext cx="91440" cy="530352"/>
          </a:xfrm>
          <a:prstGeom prst="roundRect">
            <a:avLst>
              <a:gd name="adj" fmla="val 40000"/>
            </a:avLst>
          </a:prstGeom>
          <a:solidFill>
            <a:srgbClr val="3E7EFF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913632"/>
            <a:ext cx="2194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管不住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00400" y="3913632"/>
            <a:ext cx="8138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房间主数据、设施、开放时间散落，停用/改名无法统一。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983480"/>
            <a:ext cx="11247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5276088"/>
            <a:ext cx="91440" cy="530352"/>
          </a:xfrm>
          <a:prstGeom prst="roundRect">
            <a:avLst>
              <a:gd name="adj" fmla="val 40000"/>
            </a:avLst>
          </a:prstGeom>
          <a:solidFill>
            <a:srgbClr val="3E7EFF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148072"/>
            <a:ext cx="21945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端割裂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00400" y="5148072"/>
            <a:ext cx="8138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要看板，手机要轻操作，智信三端 WebView 不能各做一套。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6568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智信 · 智能会议室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" cy="256032"/>
          </a:xfrm>
          <a:prstGeom prst="roundRect">
            <a:avLst>
              <a:gd name="adj" fmla="val 33333"/>
            </a:avLst>
          </a:prstGeom>
          <a:solidFill>
            <a:srgbClr val="3E7EFF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5603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一次交付：能管、能订、能释放、企业隔离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623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819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1965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" y="242316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会议室 CRUD、启停、建筑/设施字典（引用保护、改名回写）。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5623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5819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1965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 PC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65392" y="242316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时间轴看板，30 分钟粒度拖选，看占用、订、提前释放。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5623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9136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4297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员工移动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3232" y="475488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 + 迷你时间条，弹层完成筛选、预定、我的预定。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3657600"/>
            <a:ext cx="5623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391363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65392" y="4297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65392" y="4754880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启用房间、开放时间、不可订过去、提前天数、占用事务不重叠。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6568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智信 · 智能会议室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" cy="256032"/>
          </a:xfrm>
          <a:prstGeom prst="roundRect">
            <a:avLst>
              <a:gd name="adj" fmla="val 33333"/>
            </a:avLst>
          </a:prstGeom>
          <a:solidFill>
            <a:srgbClr val="3E7EFF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5603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三入口前端 + 一套 /meetingApi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8988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独立浏览器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/meeting/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 + 管理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38988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34840" y="17830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WebView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/meeting/zx/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260604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 + 管理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2801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389888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75320" y="17830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iOS / 安卓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/meeting/m/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0" y="260604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仅预定弹层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1124712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请求链路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4023360"/>
            <a:ext cx="107899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pages 薄封装  →  features/admin | booking | demo  →  server/module/*.js  →  axios /meetingApi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Hono：/health 无头；读看板要 zxCorpId；写预定要企业+用户；写房间/字典要管理员白名单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身份：URL query → bootstrapAuthFromUrl → sessionStorage → 请求头（后端本期不验 JWT）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6568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智信 · 智能会议室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" cy="256032"/>
          </a:xfrm>
          <a:prstGeom prst="roundRect">
            <a:avLst>
              <a:gd name="adj" fmla="val 33333"/>
            </a:avLst>
          </a:prstGeom>
          <a:solidFill>
            <a:srgbClr val="3E7EFF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5603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预定端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同一套占用规则，两套交互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657600" cy="4937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3657600" cy="73152"/>
          </a:xfrm>
          <a:prstGeom prst="rect">
            <a:avLst/>
          </a:prstGeom>
          <a:solidFill>
            <a:srgbClr val="3E7EF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508760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 时间轴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2148840"/>
            <a:ext cx="3255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00:00–24:00 全天轴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926080"/>
            <a:ext cx="3255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拖选后确认再填主题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3703320"/>
            <a:ext cx="3255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筛选：地点 / 人数 / 设施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4480560"/>
            <a:ext cx="3255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管理员入口「会议室管理」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280160"/>
            <a:ext cx="3657600" cy="4937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280160"/>
            <a:ext cx="3657600" cy="73152"/>
          </a:xfrm>
          <a:prstGeom prst="rect">
            <a:avLst/>
          </a:prstGeom>
          <a:solidFill>
            <a:srgbClr val="3E7EFF"/>
          </a:solidFill>
          <a:ln/>
        </p:spPr>
      </p:sp>
      <p:sp>
        <p:nvSpPr>
          <p:cNvPr id="14" name="Text 12"/>
          <p:cNvSpPr/>
          <p:nvPr/>
        </p:nvSpPr>
        <p:spPr>
          <a:xfrm>
            <a:off x="4498848" y="1508760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移动预定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98848" y="2148840"/>
            <a:ext cx="3255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迷你条 07:00–23:00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98848" y="2926080"/>
            <a:ext cx="3255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底栏「预定」直达表单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98848" y="3703320"/>
            <a:ext cx="3255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详情 / 占用 / 我的预定均为弹层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98848" y="4480560"/>
            <a:ext cx="3255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m 入口无管理路由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38160" y="1280160"/>
            <a:ext cx="3657600" cy="4937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1280160"/>
            <a:ext cx="3657600" cy="73152"/>
          </a:xfrm>
          <a:prstGeom prst="rect">
            <a:avLst/>
          </a:prstGeom>
          <a:solidFill>
            <a:srgbClr val="3E7EFF"/>
          </a:solidFill>
          <a:ln/>
        </p:spPr>
      </p:sp>
      <p:sp>
        <p:nvSpPr>
          <p:cNvPr id="21" name="Text 19"/>
          <p:cNvSpPr/>
          <p:nvPr/>
        </p:nvSpPr>
        <p:spPr>
          <a:xfrm>
            <a:off x="8339328" y="1508760"/>
            <a:ext cx="3255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共同能力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39328" y="2148840"/>
            <a:ext cx="3255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14 天日期轴（上海时区）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39328" y="2926080"/>
            <a:ext cx="3255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30 分钟对齐，半开区间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39328" y="3703320"/>
            <a:ext cx="3255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我的预定：进行中 / 待开始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39328" y="4480560"/>
            <a:ext cx="32552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主持人可提前释放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6568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智信 · 智能会议室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" cy="256032"/>
          </a:xfrm>
          <a:prstGeom prst="roundRect">
            <a:avLst>
              <a:gd name="adj" fmla="val 33333"/>
            </a:avLst>
          </a:prstGeom>
          <a:solidFill>
            <a:srgbClr val="3E7EFF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5603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房间主数据 + 字典，白名单才能进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08960" y="146304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名称、建筑、楼层 1–20、容量、设施、开放时间、提前天数、启停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11247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97480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08960" y="269748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 / 设施；有引用不可删；改名回写房间；停用后表单不再出现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11247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931920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08960" y="393192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MEETING_ADMIN_USER_IDS 精确匹配 userId；空名单 = 无人是管理员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4983480"/>
            <a:ext cx="11247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166360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预定历史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108960" y="516636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管理员可查本企业预定；员工仅释放自己的未结束占用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6568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智信 · 智能会议室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" cy="256032"/>
          </a:xfrm>
          <a:prstGeom prst="roundRect">
            <a:avLst>
              <a:gd name="adj" fmla="val 33333"/>
            </a:avLst>
          </a:prstGeom>
          <a:solidFill>
            <a:srgbClr val="3E7EFF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5603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冲突在库里挡，不靠前端运气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2697480"/>
            <a:ext cx="24140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 30 分钟，最短 30 分钟，区间 [start, end)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508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37560" y="2194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02152" y="2697480"/>
            <a:ext cx="24140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查重叠与插入同一事务，并发订同一空档后到者失败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08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TZ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2194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82512" y="2697480"/>
            <a:ext cx="24140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一律 Asia/Shanghai 墙钟，不用 UTC 日期直接比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98280" y="128016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508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Corp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98280" y="21945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62872" y="2697480"/>
            <a:ext cx="24140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corp_id 贯穿；跨企业 id 统一「不存在」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11247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5488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服务端还会拒绝：已停用房间、不在开放时间、今天已过的格子、超出提前天数（7/30/90/180）。前端 Toast 对齐同一套中文文案。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6568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智信 · 智能会议室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" cy="256032"/>
          </a:xfrm>
          <a:prstGeom prst="roundRect">
            <a:avLst>
              <a:gd name="adj" fmla="val 33333"/>
            </a:avLst>
          </a:prstGeom>
          <a:solidFill>
            <a:srgbClr val="3E7EFF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5603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对话助手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用自然语言找空档，确认后再落库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 /agent/suggestions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根据占用生成可点快捷句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20440" y="251460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/agent/turn SSE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 LLM，受频控与密钥配置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251460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选时段 / 填主题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走与看板相同的预定校验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98280" y="132588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09828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281160" y="251460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 booking 事务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助手不能绕过占用规则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未配置 MEETING_LLM_* 时助手不可用，预定主路径不受影响。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6568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智信 · 智能会议室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" cy="256032"/>
          </a:xfrm>
          <a:prstGeom prst="roundRect">
            <a:avLst>
              <a:gd name="adj" fmla="val 33333"/>
            </a:avLst>
          </a:prstGeom>
          <a:solidFill>
            <a:srgbClr val="3E7EFF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5603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演示与身份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本地选人门户；生产由智信带参进入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6235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演示企业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智信科技  zx-001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李明（管理员）/ 张伟 / 王芳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示例集团  acme-001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赵强（管理员）/ 陈晨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两家种子房间互不可见；启动时空库才写入。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196596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corpId / userId → 演示首页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点击用户 → 拼 query 进当前入口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bootstrapAuthFromUrl 落盘并剥参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「切换用户」清身份回门户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智信带齐参数时不出现演示页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6568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智信 · 智能会议室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" cy="256032"/>
          </a:xfrm>
          <a:prstGeom prst="roundRect">
            <a:avLst>
              <a:gd name="adj" fmla="val 33333"/>
            </a:avLst>
          </a:prstGeom>
          <a:solidFill>
            <a:srgbClr val="3E7EFF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5603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pnpm workspace，部署 base 固定 /meeting/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44752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60320" y="1444752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Vite 7 MPA · UnoCSS · Element Plus / Vant 按需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33472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2633472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Hono + TypeScript · better-sqlite3 WAL · 端口 3100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822192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3822192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/ 头：corpId、userId、userName、dept；不引入 Pinia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84632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010912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60320" y="5010912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server 单测 + web node:test · 构建含 tsc / vue-tsc · Prettier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6568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智信 · 智能会议室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" cy="256032"/>
          </a:xfrm>
          <a:prstGeom prst="roundRect">
            <a:avLst>
              <a:gd name="adj" fmla="val 33333"/>
            </a:avLst>
          </a:prstGeom>
          <a:solidFill>
            <a:srgbClr val="3E7EFF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5603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本期已交付 vs 明确不做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62356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9E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已交付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房间 / 字典管理与引用保护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PC 看板 + 移动预定 + 释放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占用事务与全套校验文案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管理员预定查询与审计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对话助手（可配置关闭）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多企业演示种子与选人首页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三入口同步、/meeting/ 部署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6B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明确不做（本期）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196596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JWT 验签 / JSBridge 完整接入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审批流、周期会议、抢占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参会人、日历邀请、提醒推送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多实例共享同一 SQLite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物理删除会议室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钉钉硬件 / 真实投屏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移动端管理界面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6568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智信 · 智能会议室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09728" cy="256032"/>
          </a:xfrm>
          <a:prstGeom prst="roundRect">
            <a:avLst>
              <a:gd name="adj" fmla="val 33333"/>
            </a:avLst>
          </a:prstGeom>
          <a:solidFill>
            <a:srgbClr val="3E7EFF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" y="25603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建议按「身份 → 协同 → 规模」排期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身份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0896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智信入口正式带参验收；管理白名单与组织对齐；助手密钥走配置中心。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632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协同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08960" y="3063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审批开关真正跑起来；周期预定展开；开始前 15 分钟提醒落地。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48056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663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 规模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08960" y="4663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若多实例：SQLite 迁出或只读副本；审计与用量可观测。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6568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智信 · 智能会议室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0" y="66568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7E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欢迎现场走查：演示首页选人 → PC 看板拖选 → 移动预定 → 管理端改字典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95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本地：pnpm dev    ·    看板 /meeting/    ·    API /meetingApi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智信 · 智能会议室 项目进展汇报</dc:title>
  <dc:subject>2026-08-28 内部汇报</dc:subject>
  <dc:creator>智能会议室项目组</dc:creator>
  <cp:lastModifiedBy>智能会议室项目组</cp:lastModifiedBy>
  <cp:revision>1</cp:revision>
  <dcterms:created xsi:type="dcterms:W3CDTF">2026-08-28T02:47:40Z</dcterms:created>
  <dcterms:modified xsi:type="dcterms:W3CDTF">2026-08-28T02:47:40Z</dcterms:modified>
</cp:coreProperties>
</file>